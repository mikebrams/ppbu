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illSans-bold.fntdata"/><Relationship Id="rId6" Type="http://schemas.openxmlformats.org/officeDocument/2006/relationships/slide" Target="slides/slide1.xml"/><Relationship Id="rId18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c3a403405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c3a40340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c3a403405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c3a403405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c3a40340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c3a403405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c3a403405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c3a40340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c3a403405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c3a403405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c3a40340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c3a403405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c3a403405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c3a40340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c3a403405_0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Методы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bind и focus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Метод bind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Это метод, используется для привязки обработчика событий к виджету. С помощью bind вы можете указать, что определенная функция должна выполняться при возникновении конкретного события, например, нажатия клавиши на клавиатуре или клика мышью.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использования</a:t>
            </a:r>
            <a:r>
              <a:rPr lang="en-US">
                <a:solidFill>
                  <a:schemeClr val="dk2"/>
                </a:solidFill>
              </a:rPr>
              <a:t> bind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key_press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f"Вы нажали клавишу: 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char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"&lt;Key&gt;"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key_press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mainloop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#Bind_01.py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использования bind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tkinter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7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7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mouse_click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7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f"Клик мыши на позиции: 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7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7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7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7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"&lt;Button-1&gt;"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mouse_click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7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mainloop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Bind_02.py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использования bind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tkinter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mouse_move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8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f"Курсор на позиции: 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"&lt;Motion&gt;"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mouse_move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mainloop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#Bind_03.py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Метод focus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Это метод устанавливает фокус ввода на определенный виджет, что позволяет пользователю взаимодействовать с этим виджетом, например, вводить текст в текстовое поле, не кликая на него мышью.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использования </a:t>
            </a:r>
            <a:r>
              <a:rPr lang="en-US">
                <a:solidFill>
                  <a:schemeClr val="dk2"/>
                </a:solidFill>
              </a:rPr>
              <a:t>focus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tkinter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next_widget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widget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tk_focusNext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focus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Entry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pack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Entry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pack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entry1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"&lt;Tab&gt;"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next_widget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mainloop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  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#Bind_04.py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