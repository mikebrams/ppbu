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155A99-A384-4529-94D5-38A63EE0A718}">
  <a:tblStyle styleId="{BA155A99-A384-4529-94D5-38A63EE0A7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GillSans-regular.fntdata"/><Relationship Id="rId14" Type="http://schemas.openxmlformats.org/officeDocument/2006/relationships/slide" Target="slides/slide8.xml"/><Relationship Id="rId16" Type="http://schemas.openxmlformats.org/officeDocument/2006/relationships/font" Target="fonts/Gill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39d1a30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39d1a30f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425927ac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a425927a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425927ac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425927aca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a425927ac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425927aca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425927aca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425927ac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425927aca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425927aca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a425927ac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425927aca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Форматирование строк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способа форматирования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838200" y="2060850"/>
            <a:ext cx="92934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-US"/>
              <a:t>Склеивание строк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/>
              <a:t>%-форматирование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/>
              <a:t>Форматирование с помощью format()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/>
              <a:t>f-строки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Склеивание строк (конкатенация)</a:t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n = "Артём"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age = 19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print("Меня зовут " + n + ". Мне " + str(age) + " лет.")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Меня зовут Артём. Мне 19 лет.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%-форматирование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name = "Егор"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age = 35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print("Меня зовут %s. Мне %d лет." % (name, age))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Меня зовут Егор. Мне 35 лет.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6" y="136525"/>
            <a:ext cx="92667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Форматирование с помощью format()</a:t>
            </a:r>
            <a:endParaRPr/>
          </a:p>
        </p:txBody>
      </p:sp>
      <p:sp>
        <p:nvSpPr>
          <p:cNvPr id="267" name="Google Shape;267;p28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name = "Владимир"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age = 45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print("Меня зовут {}. Мне {} лет.".format(name, age))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Меня зовут Владимир. Мне 45 лет.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f-строки</a:t>
            </a:r>
            <a:endParaRPr/>
          </a:p>
        </p:txBody>
      </p:sp>
      <p:sp>
        <p:nvSpPr>
          <p:cNvPr id="275" name="Google Shape;275;p29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name = "Григорий"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age = 55		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print(f"Меня зовут {name} Мне {age} лет.")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Меня зовут Григорий. Мне 55 лет.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6" name="Google Shape;276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290" name="Google Shape;290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91" name="Google Shape;291;p31"/>
          <p:cNvGraphicFramePr/>
          <p:nvPr/>
        </p:nvGraphicFramePr>
        <p:xfrm>
          <a:off x="3352325" y="15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{BA155A99-A384-4529-94D5-38A63EE0A718}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дом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ввод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ошибка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значение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новый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поделиться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copy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копировать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folder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папка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