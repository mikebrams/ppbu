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Gill Sans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ED4320-54DD-4704-8835-734C8F0812B2}">
  <a:tblStyle styleId="{E1ED4320-54DD-4704-8835-734C8F0812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illSans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Gill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39d1a30fc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a39d1a30f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a39d1a30fc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425927ac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a425927a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a425927aca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609219985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a60921998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a609219985_0_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a602f32ec8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a602f32ec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2a602f32ec8_0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a602f32ec8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a602f32ec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2a602f32ec8_0_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a602f32ec8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a602f32ec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2a602f32ec8_0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a609219985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a60921998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2a609219985_0_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a602f32ec8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a602f32ec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2a602f32ec8_0_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a602f32ec8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a602f32ec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2a602f32ec8_0_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a602f32ec8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a602f32ec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2a602f32ec8_0_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a3d54f7398_0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a3d54f7398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2a3d54f7398_0_1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Цикл с условием while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Цикл с условием</a:t>
            </a:r>
            <a:endParaRPr/>
          </a:p>
        </p:txBody>
      </p:sp>
      <p:sp>
        <p:nvSpPr>
          <p:cNvPr id="243" name="Google Shape;243;p25"/>
          <p:cNvSpPr txBox="1"/>
          <p:nvPr>
            <p:ph idx="1" type="body"/>
          </p:nvPr>
        </p:nvSpPr>
        <p:spPr>
          <a:xfrm>
            <a:off x="284500" y="1876275"/>
            <a:ext cx="87882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Цикл while в Python выполняет блок кода до тех пор, пока условие остается истинным.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Он полезен, когда вы хотите выполнить определенные действия до тех пор, пока условие истинно, но заранее неизвестно, сколько раз это произойдет.</a:t>
            </a:r>
            <a:endParaRPr/>
          </a:p>
        </p:txBody>
      </p:sp>
      <p:sp>
        <p:nvSpPr>
          <p:cNvPr id="244" name="Google Shape;244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 1</a:t>
            </a:r>
            <a:endParaRPr/>
          </a:p>
        </p:txBody>
      </p:sp>
      <p:sp>
        <p:nvSpPr>
          <p:cNvPr id="251" name="Google Shape;251;p26"/>
          <p:cNvSpPr txBox="1"/>
          <p:nvPr>
            <p:ph idx="1" type="body"/>
          </p:nvPr>
        </p:nvSpPr>
        <p:spPr>
          <a:xfrm>
            <a:off x="3398700" y="2060850"/>
            <a:ext cx="39051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i = 1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while i &lt;= 10: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print(i)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i = i + 1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2" name="Google Shape;252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2925275" y="136525"/>
            <a:ext cx="91782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Составной оператор присваивания +=</a:t>
            </a:r>
            <a:endParaRPr/>
          </a:p>
        </p:txBody>
      </p:sp>
      <p:sp>
        <p:nvSpPr>
          <p:cNvPr id="259" name="Google Shape;259;p27"/>
          <p:cNvSpPr txBox="1"/>
          <p:nvPr>
            <p:ph idx="1" type="body"/>
          </p:nvPr>
        </p:nvSpPr>
        <p:spPr>
          <a:xfrm>
            <a:off x="106850" y="2060850"/>
            <a:ext cx="39051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i = 1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while i &lt;= 10: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print(i)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i = i + 1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0" name="Google Shape;260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27"/>
          <p:cNvSpPr txBox="1"/>
          <p:nvPr>
            <p:ph idx="1" type="body"/>
          </p:nvPr>
        </p:nvSpPr>
        <p:spPr>
          <a:xfrm>
            <a:off x="4069250" y="2060850"/>
            <a:ext cx="39051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i = 1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while i &lt;= 10: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print(i)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i += 1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 2</a:t>
            </a:r>
            <a:endParaRPr/>
          </a:p>
        </p:txBody>
      </p:sp>
      <p:sp>
        <p:nvSpPr>
          <p:cNvPr id="268" name="Google Shape;268;p28"/>
          <p:cNvSpPr txBox="1"/>
          <p:nvPr>
            <p:ph idx="1" type="body"/>
          </p:nvPr>
        </p:nvSpPr>
        <p:spPr>
          <a:xfrm>
            <a:off x="106850" y="2060850"/>
            <a:ext cx="120063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n = 0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while n &lt;= 0: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n = int(input("Введите положительное число: "))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print(n)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9" name="Google Shape;269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 3   Ввод пароля</a:t>
            </a:r>
            <a:endParaRPr/>
          </a:p>
        </p:txBody>
      </p:sp>
      <p:sp>
        <p:nvSpPr>
          <p:cNvPr id="276" name="Google Shape;276;p29"/>
          <p:cNvSpPr txBox="1"/>
          <p:nvPr>
            <p:ph idx="1" type="body"/>
          </p:nvPr>
        </p:nvSpPr>
        <p:spPr>
          <a:xfrm>
            <a:off x="106850" y="2060850"/>
            <a:ext cx="12006300" cy="332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 = ""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while p != "пароль":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p = input("Введите пароль: ")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print("Начинаем выполнение программы!")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7" name="Google Shape;277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 4   Угадай число</a:t>
            </a:r>
            <a:endParaRPr/>
          </a:p>
        </p:txBody>
      </p:sp>
      <p:sp>
        <p:nvSpPr>
          <p:cNvPr id="284" name="Google Shape;284;p30"/>
          <p:cNvSpPr txBox="1"/>
          <p:nvPr>
            <p:ph idx="1" type="body"/>
          </p:nvPr>
        </p:nvSpPr>
        <p:spPr>
          <a:xfrm>
            <a:off x="106850" y="2060850"/>
            <a:ext cx="120063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n = 7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a = 0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while a != n: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a = int(input("Угадайте число: "))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print(f"Поздравляем, вы угадали! Это число {n}")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5" name="Google Shape;285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Случайные числа</a:t>
            </a:r>
            <a:endParaRPr/>
          </a:p>
        </p:txBody>
      </p:sp>
      <p:sp>
        <p:nvSpPr>
          <p:cNvPr id="292" name="Google Shape;292;p31"/>
          <p:cNvSpPr txBox="1"/>
          <p:nvPr>
            <p:ph idx="1" type="body"/>
          </p:nvPr>
        </p:nvSpPr>
        <p:spPr>
          <a:xfrm>
            <a:off x="106850" y="2060850"/>
            <a:ext cx="120063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import random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n = random.randint(1,6) # число 6 входит в диапазон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a = 0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while a != n: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a = int(input("Угадайте число: "))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print(f"Вы угадали! Это число {n}")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3" name="Google Shape;293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2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 5</a:t>
            </a:r>
            <a:endParaRPr/>
          </a:p>
        </p:txBody>
      </p:sp>
      <p:sp>
        <p:nvSpPr>
          <p:cNvPr id="300" name="Google Shape;300;p32"/>
          <p:cNvSpPr txBox="1"/>
          <p:nvPr>
            <p:ph idx="1" type="body"/>
          </p:nvPr>
        </p:nvSpPr>
        <p:spPr>
          <a:xfrm>
            <a:off x="106850" y="2060850"/>
            <a:ext cx="120063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latin typeface="Courier New"/>
                <a:ea typeface="Courier New"/>
                <a:cs typeface="Courier New"/>
                <a:sym typeface="Courier New"/>
              </a:rPr>
              <a:t>text = input("Введите текст (минимум 5 символов): ")</a:t>
            </a:r>
            <a:endParaRPr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latin typeface="Courier New"/>
                <a:ea typeface="Courier New"/>
                <a:cs typeface="Courier New"/>
                <a:sym typeface="Courier New"/>
              </a:rPr>
              <a:t>while len(text) &lt; 5:</a:t>
            </a:r>
            <a:endParaRPr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latin typeface="Courier New"/>
                <a:ea typeface="Courier New"/>
                <a:cs typeface="Courier New"/>
                <a:sym typeface="Courier New"/>
              </a:rPr>
              <a:t>    text = input("Неверно! Введите текст длиной более 4 символов: ")</a:t>
            </a:r>
            <a:endParaRPr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1" name="Google Shape;301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 6    Бесконечный цикл</a:t>
            </a:r>
            <a:endParaRPr/>
          </a:p>
        </p:txBody>
      </p:sp>
      <p:sp>
        <p:nvSpPr>
          <p:cNvPr id="308" name="Google Shape;308;p33"/>
          <p:cNvSpPr txBox="1"/>
          <p:nvPr>
            <p:ph idx="1" type="body"/>
          </p:nvPr>
        </p:nvSpPr>
        <p:spPr>
          <a:xfrm>
            <a:off x="3985175" y="1928425"/>
            <a:ext cx="32892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i = 0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while True: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print(i)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i += 1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9" name="Google Shape;309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4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 7     Досрочный выход</a:t>
            </a:r>
            <a:endParaRPr/>
          </a:p>
        </p:txBody>
      </p:sp>
      <p:sp>
        <p:nvSpPr>
          <p:cNvPr id="316" name="Google Shape;316;p34"/>
          <p:cNvSpPr txBox="1"/>
          <p:nvPr>
            <p:ph idx="1" type="body"/>
          </p:nvPr>
        </p:nvSpPr>
        <p:spPr>
          <a:xfrm>
            <a:off x="2840600" y="1720300"/>
            <a:ext cx="46038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i = 0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while True: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print(i)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i += 1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if i &gt; 100: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    break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7" name="Google Shape;317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324" name="Google Shape;324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Запишите английские слова</a:t>
            </a:r>
            <a:endParaRPr/>
          </a:p>
        </p:txBody>
      </p:sp>
      <p:sp>
        <p:nvSpPr>
          <p:cNvPr id="331" name="Google Shape;331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32" name="Google Shape;332;p36"/>
          <p:cNvGraphicFramePr/>
          <p:nvPr/>
        </p:nvGraphicFramePr>
        <p:xfrm>
          <a:off x="3352325" y="15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{E1ED4320-54DD-4704-8835-734C8F0812B2}</a:tableStyleId>
              </a:tblPr>
              <a:tblGrid>
                <a:gridCol w="2051175"/>
                <a:gridCol w="205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дом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ввод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ошибка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значение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новый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поделиться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copy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копировать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folder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папка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