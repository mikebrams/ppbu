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embeddedFontLst>
    <p:embeddedFont>
      <p:font typeface="Gill Sans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F01CC9-3FA4-49E7-A2D2-3443A91E2F12}">
  <a:tblStyle styleId="{C4F01CC9-3FA4-49E7-A2D2-3443A91E2F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illSans-regular.fntdata"/><Relationship Id="rId10" Type="http://schemas.openxmlformats.org/officeDocument/2006/relationships/slide" Target="slides/slide4.xml"/><Relationship Id="rId12" Type="http://schemas.openxmlformats.org/officeDocument/2006/relationships/font" Target="fonts/Gill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9d1a30fc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39d1a30f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39d1a30fc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Методы работы со строками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Методы работы со строками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205650" y="1649650"/>
            <a:ext cx="10426200" cy="41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Для работы со </a:t>
            </a:r>
            <a:r>
              <a:rPr lang="en-US"/>
              <a:t>строками</a:t>
            </a:r>
            <a:r>
              <a:rPr lang="en-US"/>
              <a:t> есть много полезных методов. Они могут:</a:t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искать текст в строке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 заменять часть текста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подсчитывать количество вхождений строки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удалять пробелы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/>
              <a:t>разделять строку текста на части</a:t>
            </a:r>
            <a:endParaRPr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258" name="Google Shape;258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59" name="Google Shape;259;p27"/>
          <p:cNvGraphicFramePr/>
          <p:nvPr/>
        </p:nvGraphicFramePr>
        <p:xfrm>
          <a:off x="3352325" y="15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{C4F01CC9-3FA4-49E7-A2D2-3443A91E2F12}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дом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ввод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ошибка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новый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поделиться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copy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копировать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folder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DED9E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папка</a:t>
                      </a:r>
                      <a:endParaRPr sz="2400">
                        <a:solidFill>
                          <a:srgbClr val="DED9E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