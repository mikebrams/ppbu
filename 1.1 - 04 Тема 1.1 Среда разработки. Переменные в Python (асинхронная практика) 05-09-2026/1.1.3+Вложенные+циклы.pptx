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BC1BE3-8647-4304-AE83-33FDCA5C58A9}">
  <a:tblStyle styleId="{33BC1BE3-8647-4304-AE83-33FDCA5C58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GillSans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39d1a30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5452ab48a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5452ab4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5452ab48a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5452ab48a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5452ab48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5452ab48a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5452a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5452a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5452ab48a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5452ab48a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5452ab48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5452ab48a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a582de983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a582de983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2a582de9831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a582de983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a582de983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2a582de9831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a582de9831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a582de98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a582de9831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582de9831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a582de983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a582de9831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582de9831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a582de98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2a582de9831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a582de9831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a582de983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a582de9831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582de983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a582de98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a582de983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inket.io/docs/color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Семинар вложенные циклы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Диапазоны range()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" name="Google Shape;2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300" y="1268725"/>
            <a:ext cx="4876723" cy="52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Диапазоны range()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300" y="1268725"/>
            <a:ext cx="4876723" cy="52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Повторение диапазонов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9809" y="2663650"/>
            <a:ext cx="2992375" cy="16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Цвета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330275" y="1915125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Метод 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turtle.color()</a:t>
            </a:r>
            <a:r>
              <a:rPr lang="en-US" sz="2400">
                <a:solidFill>
                  <a:schemeClr val="dk2"/>
                </a:solidFill>
              </a:rPr>
              <a:t> позволяет изменить цвет пера, которым рисует черепашка.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Цвет можно указать несколькими способами: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turtle.color(“red”)  # С помощью названия цвета</a:t>
            </a:r>
            <a:endParaRPr b="1"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turtle.color(255, 0, 0)  # С помощью RGB</a:t>
            </a:r>
            <a:endParaRPr b="1"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turtle.color(“#ff0000”)  # Шестнадцатеричным номером</a:t>
            </a:r>
            <a:endParaRPr b="1"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Шпаргалка по цветам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https://trinket.io/docs/colors</a:t>
            </a:r>
            <a:r>
              <a:rPr lang="en-US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Шестнадцатеричная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система счисления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76" name="Google Shape;276;p29"/>
          <p:cNvGraphicFramePr/>
          <p:nvPr/>
        </p:nvGraphicFramePr>
        <p:xfrm>
          <a:off x="952400" y="193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{33BC1BE3-8647-4304-AE83-33FDCA5C58A9}</a:tableStyleId>
              </a:tblPr>
              <a:tblGrid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9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7" name="Google Shape;277;p29"/>
          <p:cNvGraphicFramePr/>
          <p:nvPr/>
        </p:nvGraphicFramePr>
        <p:xfrm>
          <a:off x="952400" y="3078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{33BC1BE3-8647-4304-AE83-33FDCA5C58A9}</a:tableStyleId>
              </a:tblPr>
              <a:tblGrid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  <a:gridCol w="642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31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32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126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127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128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144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160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176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192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208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224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240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255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912825" y="4227050"/>
            <a:ext cx="63042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В таблицах google есть функции для перевода чисел из десятичной системы в шестнадцатеричную и обратно.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=ДЕС.В.ШЕСТН()</a:t>
            </a:r>
            <a:endParaRPr b="1"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=ШЕСТН.В.ДЕС()</a:t>
            </a:r>
            <a:endParaRPr b="1"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285" name="Google Shape;285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0"/>
          <p:cNvSpPr txBox="1"/>
          <p:nvPr>
            <p:ph idx="1" type="body"/>
          </p:nvPr>
        </p:nvSpPr>
        <p:spPr>
          <a:xfrm>
            <a:off x="281700" y="1225450"/>
            <a:ext cx="8480100" cy="5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Срезы в Python представляют собой мощный инструмент для работы с текстовыми строками. Они позволяют извлекать подстроки, делать копии, изменять и манипулировать текстом.</a:t>
            </a:r>
            <a:endParaRPr sz="2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text= "Пример текстовой строки"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 = text[8:15]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Извлекаем срез с 8 по 15 символ (не включительно)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print(s)  # Вывод: текстов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291425" y="1557350"/>
            <a:ext cx="11336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 = "Python это круто!"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 = text[-7:-2]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Отрицательные индексы считаются с конца строки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print(s)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Вывод: крут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301" name="Google Shape;301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32"/>
          <p:cNvSpPr txBox="1"/>
          <p:nvPr>
            <p:ph idx="1" type="body"/>
          </p:nvPr>
        </p:nvSpPr>
        <p:spPr>
          <a:xfrm>
            <a:off x="291425" y="1557350"/>
            <a:ext cx="11336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 = "Привет, как дела?"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 = text[:6]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Извлекаем первые 6 символов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print(s)  # Вывод: Привет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309" name="Google Shape;309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33"/>
          <p:cNvSpPr txBox="1"/>
          <p:nvPr>
            <p:ph idx="1" type="body"/>
          </p:nvPr>
        </p:nvSpPr>
        <p:spPr>
          <a:xfrm>
            <a:off x="291425" y="1557350"/>
            <a:ext cx="11336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 = "Это последние символы"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 = text[-5:]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Извлекаем последние 5 символов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print(s)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Вывод: волы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317" name="Google Shape;317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4"/>
          <p:cNvSpPr txBox="1"/>
          <p:nvPr>
            <p:ph idx="1" type="body"/>
          </p:nvPr>
        </p:nvSpPr>
        <p:spPr>
          <a:xfrm>
            <a:off x="291425" y="1557350"/>
            <a:ext cx="11336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 = "12345678"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 = text[::2]  # Извлекаем каждый второй символ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print(s)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Вывод: 1357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325" name="Google Shape;325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5"/>
          <p:cNvSpPr txBox="1"/>
          <p:nvPr>
            <p:ph idx="1" type="body"/>
          </p:nvPr>
        </p:nvSpPr>
        <p:spPr>
          <a:xfrm>
            <a:off x="291425" y="1557350"/>
            <a:ext cx="11336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text= "Аргентина манит негра"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s = string[::-1]  # Разворачиваем строку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print(s)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Вывод: арген тинам анитнегрА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Срезы</a:t>
            </a:r>
            <a:endParaRPr/>
          </a:p>
        </p:txBody>
      </p:sp>
      <p:sp>
        <p:nvSpPr>
          <p:cNvPr id="333" name="Google Shape;333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36"/>
          <p:cNvSpPr txBox="1"/>
          <p:nvPr>
            <p:ph idx="1" type="body"/>
          </p:nvPr>
        </p:nvSpPr>
        <p:spPr>
          <a:xfrm>
            <a:off x="291425" y="1557350"/>
            <a:ext cx="11336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text = "Разделить строку"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x = 9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p_1 = text[:x]  # Извлекаем первую часть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p_2 = text[x:]  # Извлекаем вторую часть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print(p_1, p_2)  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 Вывод: Разделить ст строку</a:t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341" name="Google Shape;341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42" name="Google Shape;342;p37"/>
          <p:cNvGraphicFramePr/>
          <p:nvPr/>
        </p:nvGraphicFramePr>
        <p:xfrm>
          <a:off x="4508275" y="16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{33BC1BE3-8647-4304-AE83-33FDCA5C58A9}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черный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красный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желтый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orange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оранжевый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зеленый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синий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brown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коричневый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серый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49" name="Google Shape;34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