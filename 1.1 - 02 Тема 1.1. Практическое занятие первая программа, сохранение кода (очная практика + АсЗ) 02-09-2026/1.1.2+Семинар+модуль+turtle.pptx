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2B0021-D683-429F-95F1-F52FD01D61B7}">
  <a:tblStyle styleId="{3C2B0021-D683-429F-95F1-F52FD01D61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38a5c8b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38a5c8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минуты. Сказать что важные моменты лучше записывать в тетрадь, чтобы они были под рукой.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иногда быстрее чем пересматривать лекцию</a:t>
            </a:r>
            <a:endParaRPr/>
          </a:p>
        </p:txBody>
      </p:sp>
      <p:sp>
        <p:nvSpPr>
          <p:cNvPr id="240" name="Google Shape;240;g2a38a5c8b63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53f3d625f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53f3d625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минуты. Сказать что важные моменты лучше записывать в тетрадь, чтобы они были под рукой.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Это иногда быстрее чем пересматривать лекцию</a:t>
            </a:r>
            <a:endParaRPr/>
          </a:p>
        </p:txBody>
      </p:sp>
      <p:sp>
        <p:nvSpPr>
          <p:cNvPr id="248" name="Google Shape;248;g2a53f3d625f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39d1a30f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39d1a30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как программируется бытовая техника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 что это делается без языков программирования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Задать вопросы что еще можно прогать и как.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Указать что без языка устройство может выполнять только некоторые функции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Комп может делать гораздо больше функций, поэтому прогается с помощью языка программирования.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2a39d1a30f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39d1a30fc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2a39d1a30f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какие ранее были компьютеры.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Задать вопрос кто когда познакомился с компом.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Спросить что они делают за компом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Обсудить прикольные игры и полезные программы</a:t>
            </a:r>
            <a:endParaRPr/>
          </a:p>
        </p:txBody>
      </p:sp>
      <p:sp>
        <p:nvSpPr>
          <p:cNvPr id="272" name="Google Shape;272;g2a39d1a30fc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39d1a30f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a39d1a30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из чего состоят компы.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про каждый элемент компа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было у старых компов (дискеты)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 сейчас на смену HDD приходят SSD и в чем у них отличие</a:t>
            </a:r>
            <a:endParaRPr/>
          </a:p>
        </p:txBody>
      </p:sp>
      <p:sp>
        <p:nvSpPr>
          <p:cNvPr id="280" name="Google Shape;280;g2a39d1a30fc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a53f3d625f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a53f3d625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из чего состоят компы.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про каждый элемент компа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было у старых компов (дискеты)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 сейчас на смену HDD приходят SSD и в чем у них отличие</a:t>
            </a:r>
            <a:endParaRPr/>
          </a:p>
        </p:txBody>
      </p:sp>
      <p:sp>
        <p:nvSpPr>
          <p:cNvPr id="290" name="Google Shape;290;g2a53f3d625f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a53f3d625f_2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2a53f3d625f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 обсудить из чего состоят компы.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Рассказать про каждый элемент компа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Что было у старых компов (дискеты)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Как сейчас на смену HDD приходят SSD и в чем у них отличие</a:t>
            </a:r>
            <a:endParaRPr/>
          </a:p>
        </p:txBody>
      </p:sp>
      <p:sp>
        <p:nvSpPr>
          <p:cNvPr id="301" name="Google Shape;301;g2a53f3d625f_2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a3d54f7398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a3d54f739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минут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a3d54f7398_0_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Семинар модуль turtle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Модули в Python</a:t>
            </a:r>
            <a:endParaRPr/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838200" y="1915123"/>
            <a:ext cx="10515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Модуль </a:t>
            </a:r>
            <a:r>
              <a:rPr lang="en-US" sz="2400"/>
              <a:t>– это готовая программа, которая выполняет определенные действия.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Эти действия выполняются </a:t>
            </a:r>
            <a:r>
              <a:rPr b="1" lang="en-US" sz="2400"/>
              <a:t>методами </a:t>
            </a:r>
            <a:r>
              <a:rPr lang="en-US" sz="2400"/>
              <a:t>модуля.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Чтобы подключить модуль к вашей программе надо использовать команду 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endParaRPr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44" name="Google Shape;244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/>
              <a:t>Популярные модули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197075" y="1652848"/>
            <a:ext cx="10515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math: Математические операции и функции.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random: Генерация случайных чисел и выбор случайных элементов.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datetime: Работа с датами и временем.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os: Взаимодействие с операционной системой.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json: Работа с данными в формате JSON.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requests: Выполнение HTTP-запросов.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time: Работа с временем и задержками.</a:t>
            </a:r>
            <a:endParaRPr sz="2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Модуль рисования turtle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838200" y="1915124"/>
            <a:ext cx="105156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Для рисования в Python используется модуль turtle (черепашка).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Он позволяет рисовать линии, окружности и узоры.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261" name="Google Shape;2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300" y="3335749"/>
            <a:ext cx="11715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75" y="3292486"/>
            <a:ext cx="13716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8625" y="3428999"/>
            <a:ext cx="1424804" cy="20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279" y="4433374"/>
            <a:ext cx="16192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7154" y="5754474"/>
            <a:ext cx="10477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15829" y="3199724"/>
            <a:ext cx="24574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32529" y="3487286"/>
            <a:ext cx="197167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56604" y="3499511"/>
            <a:ext cx="1882996" cy="1890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Подключение модуля turtle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5" name="Google Shape;275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28"/>
          <p:cNvSpPr txBox="1"/>
          <p:nvPr>
            <p:ph idx="1" type="body"/>
          </p:nvPr>
        </p:nvSpPr>
        <p:spPr>
          <a:xfrm>
            <a:off x="330275" y="1915125"/>
            <a:ext cx="114786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Для подключения модуля рисования надо в начале программы написать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import turtle</a:t>
            </a:r>
            <a:endParaRPr b="1" sz="40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Метод рисования линии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3" name="Google Shape;283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29"/>
          <p:cNvSpPr txBox="1"/>
          <p:nvPr>
            <p:ph idx="1" type="body"/>
          </p:nvPr>
        </p:nvSpPr>
        <p:spPr>
          <a:xfrm>
            <a:off x="2181300" y="2226000"/>
            <a:ext cx="78294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turtle.forward(100)</a:t>
            </a:r>
            <a:endParaRPr b="1" sz="4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5" name="Google Shape;2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550" y="3481325"/>
            <a:ext cx="3130900" cy="13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>
            <p:ph idx="1" type="body"/>
          </p:nvPr>
        </p:nvSpPr>
        <p:spPr>
          <a:xfrm>
            <a:off x="3324150" y="5508925"/>
            <a:ext cx="5543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Нарисована линия длиной 100 пикселей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Внешний вид черепашки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3" name="Google Shape;293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30"/>
          <p:cNvSpPr txBox="1"/>
          <p:nvPr>
            <p:ph idx="1" type="body"/>
          </p:nvPr>
        </p:nvSpPr>
        <p:spPr>
          <a:xfrm>
            <a:off x="1734475" y="2148300"/>
            <a:ext cx="92229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turtle.shape(“turtle”)</a:t>
            </a:r>
            <a:endParaRPr b="1" sz="4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675" y="3173737"/>
            <a:ext cx="850500" cy="79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 txBox="1"/>
          <p:nvPr>
            <p:ph idx="1" type="body"/>
          </p:nvPr>
        </p:nvSpPr>
        <p:spPr>
          <a:xfrm>
            <a:off x="1734475" y="4057875"/>
            <a:ext cx="92229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turtle.shape(“classic”)</a:t>
            </a:r>
            <a:endParaRPr b="1" sz="4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97" name="Google Shape;2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1000" y="5083325"/>
            <a:ext cx="449850" cy="55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Внешний вид черепашки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04" name="Google Shape;304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31"/>
          <p:cNvSpPr txBox="1"/>
          <p:nvPr>
            <p:ph idx="1" type="body"/>
          </p:nvPr>
        </p:nvSpPr>
        <p:spPr>
          <a:xfrm>
            <a:off x="1734475" y="1759400"/>
            <a:ext cx="92229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turtle.shape(“circle”)</a:t>
            </a:r>
            <a:endParaRPr b="1" sz="4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6" name="Google Shape;306;p31"/>
          <p:cNvSpPr txBox="1"/>
          <p:nvPr>
            <p:ph idx="1" type="body"/>
          </p:nvPr>
        </p:nvSpPr>
        <p:spPr>
          <a:xfrm>
            <a:off x="1792750" y="3573475"/>
            <a:ext cx="92229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turtle.shape(“square”)</a:t>
            </a:r>
            <a:endParaRPr b="1" sz="4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1792750" y="5182950"/>
            <a:ext cx="92229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22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turtle.shape(“triangle”)</a:t>
            </a:r>
            <a:endParaRPr b="1" sz="4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Запишите английские слова</a:t>
            </a:r>
            <a:endParaRPr/>
          </a:p>
        </p:txBody>
      </p:sp>
      <p:sp>
        <p:nvSpPr>
          <p:cNvPr id="314" name="Google Shape;314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5" name="Google Shape;315;p32"/>
          <p:cNvGraphicFramePr/>
          <p:nvPr/>
        </p:nvGraphicFramePr>
        <p:xfrm>
          <a:off x="4508275" y="16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{3C2B0021-D683-429F-95F1-F52FD01D61B7}</a:tableStyleId>
              </a:tblPr>
              <a:tblGrid>
                <a:gridCol w="2051175"/>
                <a:gridCol w="205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черный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красный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yellow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желтый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orange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оранжевый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зеленый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синий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brown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коричневый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серый</a:t>
                      </a:r>
                      <a:endParaRPr sz="2400">
                        <a:solidFill>
                          <a:schemeClr val="l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322" name="Google Shape;3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