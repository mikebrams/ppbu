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e87aefe9b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1ee87aefe9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1ee87aefe9b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Движение и касание фигур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Движение фигур по холсту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canvas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30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move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ball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US" sz="30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Метод move объекта Canvas используется для перемещения элемента, нарисованного на холсте.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</a:rPr>
              <a:t>ball: Это идентификатор перемещаемого объекта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</a:rPr>
              <a:t>0: Это смещение по оси X. </a:t>
            </a:r>
            <a:endParaRPr sz="3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</a:rPr>
              <a:t>-20: Это смещение по оси Y. 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Касание фигур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check_collision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canvas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coords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ball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i="1" lang="en-US" sz="2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Список координат “углов” шарика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canvas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US" sz="2200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coords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square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i="1" lang="en-US" sz="22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Список координат углов квадрата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]: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move_square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update_score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150.0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150.0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06040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170.0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170.0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[</a:t>
            </a:r>
            <a:r>
              <a:rPr lang="en-US" sz="2200">
                <a:solidFill>
                  <a:srgbClr val="106040"/>
                </a:solidFill>
                <a:highlight>
                  <a:schemeClr val="lt2"/>
                </a:highlight>
                <a:latin typeface="Roboto Mono"/>
                <a:ea typeface="Roboto Mono"/>
                <a:cs typeface="Roboto Mono"/>
                <a:sym typeface="Roboto Mono"/>
              </a:rPr>
              <a:t>160.0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140.0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200.0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180.0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]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160.0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2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-US" sz="2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2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170.0</a:t>
            </a:r>
            <a:endParaRPr sz="2200">
              <a:solidFill>
                <a:srgbClr val="10604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8050" y="4103500"/>
            <a:ext cx="3194525" cy="21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