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Roboto Mono"/>
      <p:regular r:id="rId14"/>
      <p:bold r:id="rId15"/>
      <p:italic r:id="rId16"/>
      <p:boldItalic r:id="rId17"/>
    </p:embeddedFont>
    <p:embeddedFont>
      <p:font typeface="Gill Sans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GillSans-bold.fntdata"/><Relationship Id="rId6" Type="http://schemas.openxmlformats.org/officeDocument/2006/relationships/slide" Target="slides/slide1.xml"/><Relationship Id="rId18" Type="http://schemas.openxmlformats.org/officeDocument/2006/relationships/font" Target="fonts/Gill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998c6eb6b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a998c6eb6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2a998c6eb6b_0_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aa61e59ab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2aaa61e59a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aaa61e59ab_0_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aa61e59ab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2aaa61e59a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aaa61e59ab_0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aa61e59ab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2aaa61e59a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2aaa61e59ab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aaa61e59ab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2aaa61e59a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2aaa61e59ab_0_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aaa61e59ab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2aaa61e59a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2aaa61e59ab_0_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Главное окно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Главное окно в Tkinter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3" name="Google Shape;243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25"/>
          <p:cNvSpPr txBox="1"/>
          <p:nvPr>
            <p:ph idx="1" type="body"/>
          </p:nvPr>
        </p:nvSpPr>
        <p:spPr>
          <a:xfrm>
            <a:off x="184575" y="1711150"/>
            <a:ext cx="11905500" cy="50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Главное окно в Tkinter — это основной компонент любого приложения. Оно служит контейнером, в который вы помещаете все другие виджеты, такие как кнопки, текстовые поля, метки и т.д.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Главное окно создается путем вызова Tk(). Например: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tkinter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window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Tk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Цикл обработки событий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1" name="Google Shape;251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26"/>
          <p:cNvSpPr txBox="1"/>
          <p:nvPr>
            <p:ph idx="1" type="body"/>
          </p:nvPr>
        </p:nvSpPr>
        <p:spPr>
          <a:xfrm>
            <a:off x="184575" y="1711150"/>
            <a:ext cx="11905500" cy="50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Для того чтобы окно оставалось открытым и реагировало на действия пользователя (например, нажатия на кнопки), необходимо запустить главный цикл событий: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window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mainloop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Этот цикл ожидает события (например, нажатия на кнопку) и обрабатывает их по мере их поступления.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Настройка главного окна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9" name="Google Shape;259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p27"/>
          <p:cNvSpPr txBox="1"/>
          <p:nvPr>
            <p:ph idx="1" type="body"/>
          </p:nvPr>
        </p:nvSpPr>
        <p:spPr>
          <a:xfrm>
            <a:off x="184575" y="1711150"/>
            <a:ext cx="11905500" cy="50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2"/>
                </a:solidFill>
              </a:rPr>
              <a:t>Вы можете настроить различные аспекты главного окна, включая его размер, заголовок и другие свойства. Например: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window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"Мое приложение"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 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30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Установка заголовка окна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window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geometry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"400x300"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     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30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Установка размеров окна</a:t>
            </a:r>
            <a:endParaRPr i="1" sz="30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Геометрия главного окна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7" name="Google Shape;267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28"/>
          <p:cNvSpPr txBox="1"/>
          <p:nvPr>
            <p:ph idx="1" type="body"/>
          </p:nvPr>
        </p:nvSpPr>
        <p:spPr>
          <a:xfrm>
            <a:off x="184575" y="1711150"/>
            <a:ext cx="11905500" cy="50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</a:rPr>
              <a:t>Строка, передаваемая в geometry, обычно имеет следующий формат: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Ширина</a:t>
            </a:r>
            <a:r>
              <a:rPr b="1" lang="en-US" sz="4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25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Высота</a:t>
            </a:r>
            <a:r>
              <a:rPr b="1" lang="en-US" sz="4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US" sz="25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Смещение_по_X</a:t>
            </a:r>
            <a:r>
              <a:rPr b="1" lang="en-US" sz="4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US" sz="25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Смещение_по_Y</a:t>
            </a:r>
            <a:endParaRPr sz="2500"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</a:rPr>
              <a:t>Вот что означают эти параметры: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</a:rPr>
              <a:t>Ширина и Высота указывают размеры окна в пикселях.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</a:rPr>
              <a:t>Они разделены символом </a:t>
            </a:r>
            <a:r>
              <a:rPr b="1" lang="en-US" sz="2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2000">
                <a:solidFill>
                  <a:schemeClr val="dk2"/>
                </a:solidFill>
              </a:rPr>
              <a:t>.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</a:rPr>
              <a:t>Например, "800x600" устанавливает размер окна 800 пикселей в ширину и 600 пикселей в высоту.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</a:rPr>
              <a:t>Смещение_по_X и Смещение_по_Y указывают положение верхнего левого угла окна относительно экрана.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</a:rPr>
              <a:t>Они разделены символом +.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</a:rPr>
              <a:t>Например, +100+150 разместит окно так, чтобы его верхний левый угол находился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</a:rPr>
              <a:t>на расстоянии 100 пикселей от левого края экрана и 150 пикселей от верхнего края.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Геометрия главного окна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75" name="Google Shape;275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6" name="Google Shape;27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0900" y="1557350"/>
            <a:ext cx="7313076" cy="510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Геометрия главного окна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83" name="Google Shape;283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" name="Google Shape;284;p30"/>
          <p:cNvSpPr txBox="1"/>
          <p:nvPr>
            <p:ph idx="1" type="body"/>
          </p:nvPr>
        </p:nvSpPr>
        <p:spPr>
          <a:xfrm>
            <a:off x="6638600" y="1622475"/>
            <a:ext cx="5500800" cy="50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US" sz="2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tkinter</a:t>
            </a:r>
            <a:r>
              <a:rPr lang="en-US" sz="2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2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window</a:t>
            </a:r>
            <a:r>
              <a:rPr lang="en-US" sz="2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Tk</a:t>
            </a:r>
            <a:r>
              <a:rPr lang="en-US" sz="2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window</a:t>
            </a:r>
            <a:r>
              <a:rPr lang="en-US" sz="2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n-US" sz="2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"Main window"</a:t>
            </a:r>
            <a:r>
              <a:rPr lang="en-US" sz="2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window</a:t>
            </a:r>
            <a:r>
              <a:rPr lang="en-US" sz="2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geometry</a:t>
            </a:r>
            <a:r>
              <a:rPr lang="en-US" sz="2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"300x200+250+100"</a:t>
            </a:r>
            <a:r>
              <a:rPr lang="en-US" sz="2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  <p:pic>
        <p:nvPicPr>
          <p:cNvPr id="285" name="Google Shape;28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95550"/>
            <a:ext cx="6333800" cy="4418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292" name="Google Shape;292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