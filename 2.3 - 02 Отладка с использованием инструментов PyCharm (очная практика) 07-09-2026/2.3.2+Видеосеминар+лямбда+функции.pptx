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cd95c5fa3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cd95c5f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Лямбда-функция определяется с помощью ключевого слова lambda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arguments — это список аргументов (как в обычной функции), а expression — выражение, которое возвращает лямбда-функция.</a:t>
            </a:r>
            <a:endParaRPr/>
          </a:p>
        </p:txBody>
      </p:sp>
      <p:sp>
        <p:nvSpPr>
          <p:cNvPr id="240" name="Google Shape;240;g2acd95c5fa3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cd95c5fa3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cd95c5fa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cd95c5fa3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cd95c5fa3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cd95c5f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cd95c5fa3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Изменение цвета с лямбдой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Анонимные (лямбда) 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49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Лямбда-функция определяется с помощью ключевого слова lambda и имеет следующий синтаксис: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arguments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expression</a:t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arguments — это список аргументов (как в обычной функции), а expression — выражение, которое возвращает лямбда-функция.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Изменение цвета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0" y="1711150"/>
            <a:ext cx="12376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lbl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"&lt;Button-1&gt;"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22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globals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pen_color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lbl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"&lt;Button-1&gt;"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2"/>
                </a:solidFill>
              </a:rPr>
              <a:t>lbl</a:t>
            </a:r>
            <a:r>
              <a:rPr lang="en-US" sz="3000">
                <a:solidFill>
                  <a:schemeClr val="dk2"/>
                </a:solidFill>
              </a:rPr>
              <a:t> – это метка, которая используется для отображения цвета.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Метод .bind() привязывает к метке </a:t>
            </a:r>
            <a:r>
              <a:rPr lang="en-US" sz="3000">
                <a:solidFill>
                  <a:schemeClr val="dk2"/>
                </a:solidFill>
              </a:rPr>
              <a:t>событие &lt;Button-1&gt;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2"/>
                </a:solidFill>
              </a:rPr>
              <a:t>(нажатие левой кнопки мыши)</a:t>
            </a:r>
            <a:r>
              <a:rPr lang="en-US" sz="3000">
                <a:solidFill>
                  <a:schemeClr val="dk2"/>
                </a:solidFill>
              </a:rPr>
              <a:t>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Изменение цвета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0" y="1711150"/>
            <a:ext cx="12376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lbl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"&lt;Button-1&gt;"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22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globals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pen_color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lambda – это анонимная функция. e – это параметр событие.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c=color – это способ зафиксировать текущее значение переменной color для каждой лямбда-функции. Без этого, все функции, созданные в цикле, будут использовать последнее значение color.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Изменение цвета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0" y="1711150"/>
            <a:ext cx="12376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lbl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bind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"&lt;Button-1&gt;"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22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globals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pen_color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globals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pen_color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globals() – это функция, которая возвращает словарь, содержащий все глобальные переменные программы.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.update(pen_color=c) – это метод словаря, который обновляет значение ключа pen_color на значение аргумента c,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</a:rPr>
              <a:t>переданного в лямбда-функцию. 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