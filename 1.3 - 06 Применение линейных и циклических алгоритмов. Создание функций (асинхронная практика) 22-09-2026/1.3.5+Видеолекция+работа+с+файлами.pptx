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  <p:embeddedFont>
      <p:font typeface="Gill Sans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33" Type="http://schemas.openxmlformats.org/officeDocument/2006/relationships/font" Target="fonts/GillSans-regular.fntdata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Gill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Файл — это место, где компьютер хранит информацию. Это как коробка, в которую можно положить разные вещи: текст, фотографии, музыку и многое другое. Как и в настоящей коробке, в файле могут храниться разные виды информации. Файл может быть документом с текстом, изображением или даже программой, которую компьютер может запустить.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Когда мы сохраняем что-то на компьютере, мы создаем файл. А когда мы открываем этот файл, компьютер понимает, какую информацию нужно показать нам.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9da88de3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9da88de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Файл и переменная — это два разных способа хранения информации в компьютере.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Переменная — это небольшой блок памяти, который хранит определенное значение, такое как число, текст или другой тип данных. Переменные используются в программах для временного хранения информации.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Файл представляет собой более крупный блок памяти, обычно содержащий множество данных, включая текст, изображения, звуки, видео, программы и другую информацию. </a:t>
            </a:r>
            <a:endParaRPr/>
          </a:p>
        </p:txBody>
      </p:sp>
      <p:sp>
        <p:nvSpPr>
          <p:cNvPr id="248" name="Google Shape;248;g2a9da88de3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9da88de35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9da88de3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Текстовые файлы: Можно использовать встроенные функции Python (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Пример: чтение и запись в текстовые файлы, такие как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.txt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или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.log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CSV файлы: Используется модуль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csv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Пример: чтение и запись данных в формате CSV (значения, разделенные запятыми).</a:t>
            </a:r>
            <a:endParaRPr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JSON файлы: Используется модуль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Пример: чтение и запись данных в формате JSON, который идеально подходит для хранения словарей и списков.</a:t>
            </a:r>
            <a:endParaRPr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Excel файлы: Используются библиотеки, такие как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openpyxl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или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pandas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Пример: чтение и запись данных в формате Excel.</a:t>
            </a:r>
            <a:endParaRPr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Бинарные файлы: Используется режим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'rb'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или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'wb'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в функции </a:t>
            </a:r>
            <a:r>
              <a:rPr lang="en-US" sz="105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US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Пример: чтение и запись изображений, видео, исполняемых файлов.</a:t>
            </a:r>
            <a:endParaRPr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9da88de35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9da88de35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9da88de3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9da88de35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9da88de35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a9da88de3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9da88de35_0_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9da88de35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a9da88de3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a9da88de35_0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9da88de35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2a9da88de3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a9da88de35_0_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9da88de35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2a9da88de3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2a9da88de35_0_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aa164065b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2aa164065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2aa164065b7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aa164065b7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2aa164065b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aa164065b7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aa164065b7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2aa164065b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aa164065b7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aa164065b7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2aa164065b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2aa164065b7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aa164065b7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2aa164065b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2aa164065b7_0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aa164065b7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2aa164065b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2aa164065b7_0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aa164065b7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2aa164065b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2aa164065b7_0_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aa164065b7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2aa164065b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2aa164065b7_0_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aa164065b7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2aa164065b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2aa164065b7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Работа с файлами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Что </a:t>
            </a:r>
            <a:r>
              <a:rPr lang="en-US">
                <a:solidFill>
                  <a:schemeClr val="dk2"/>
                </a:solidFill>
              </a:rPr>
              <a:t>такое</a:t>
            </a:r>
            <a:r>
              <a:rPr lang="en-US">
                <a:solidFill>
                  <a:schemeClr val="dk2"/>
                </a:solidFill>
              </a:rPr>
              <a:t> файл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5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Файл — это место, где компьютер хранит информацию. Это как коробка, в которую можно положить разные вещи: текст, фотографии, музыку и многое другое. Как и в настоящей коробке, в файле могут храниться разные виды информации. Файл может быть документом с текстом, изображением или даже программой, которую компьютер может запустить.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Когда мы сохраняем что-то на компьютере, мы создаем файл. А когда мы открываем этот файл, компьютер понимает, какую информацию нужно показать нам.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Отличие файла от переменной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Файл и переменная — это два разных способа хранения информации в компьютере.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Переменная — это небольшой блок памяти, который хранит определенное значение, такое как число, текст или другой тип данных. Переменные используются в программах для временного хранения информации.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Файл представляет собой более крупный блок памяти, обычно содержащий множество данных, включая текст, изображения, звуки, видео, программы и другую информацию.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С какими типами файлов может работать Python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143250" y="2293038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•"/>
            </a:pPr>
            <a:r>
              <a:rPr lang="en-US" sz="3000">
                <a:solidFill>
                  <a:schemeClr val="dk2"/>
                </a:solidFill>
              </a:rPr>
              <a:t>Текстовые файлы</a:t>
            </a:r>
            <a:endParaRPr sz="3000">
              <a:solidFill>
                <a:schemeClr val="dk2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•"/>
            </a:pPr>
            <a:r>
              <a:rPr lang="en-US" sz="3000">
                <a:solidFill>
                  <a:schemeClr val="dk2"/>
                </a:solidFill>
              </a:rPr>
              <a:t>CSV файлы</a:t>
            </a:r>
            <a:endParaRPr sz="3000">
              <a:solidFill>
                <a:schemeClr val="dk2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•"/>
            </a:pPr>
            <a:r>
              <a:rPr lang="en-US" sz="3000">
                <a:solidFill>
                  <a:schemeClr val="dk2"/>
                </a:solidFill>
              </a:rPr>
              <a:t>Excel файлы</a:t>
            </a:r>
            <a:endParaRPr sz="3000">
              <a:solidFill>
                <a:schemeClr val="dk2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•"/>
            </a:pPr>
            <a:r>
              <a:rPr lang="en-US" sz="3000">
                <a:solidFill>
                  <a:schemeClr val="dk2"/>
                </a:solidFill>
              </a:rPr>
              <a:t>JSON файлы</a:t>
            </a:r>
            <a:endParaRPr sz="3000">
              <a:solidFill>
                <a:schemeClr val="dk2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•"/>
            </a:pPr>
            <a:r>
              <a:rPr lang="en-US" sz="3000">
                <a:solidFill>
                  <a:schemeClr val="dk2"/>
                </a:solidFill>
              </a:rPr>
              <a:t>Бинарные файлы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Открытие файла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286500" y="176070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2"/>
                </a:solidFill>
              </a:rPr>
              <a:t>С помощью функции </a:t>
            </a:r>
            <a:r>
              <a:rPr b="1" lang="en-US" sz="2600">
                <a:solidFill>
                  <a:schemeClr val="dk2"/>
                </a:solidFill>
              </a:rPr>
              <a:t>open()</a:t>
            </a:r>
            <a:r>
              <a:rPr lang="en-US" sz="2600">
                <a:solidFill>
                  <a:schemeClr val="dk2"/>
                </a:solidFill>
              </a:rPr>
              <a:t> можно открыть файл для чтения, записи или обоих действий. Например: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'file.txt'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'r'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Открывает файл file.txt для чтения</a:t>
            </a:r>
            <a:endParaRPr i="1" sz="3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r — это значение по умолчанию</a:t>
            </a:r>
            <a:endParaRPr i="1" sz="3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Чтение из файла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С</a:t>
            </a:r>
            <a:r>
              <a:rPr lang="en-US" sz="2600">
                <a:solidFill>
                  <a:schemeClr val="dk2"/>
                </a:solidFill>
              </a:rPr>
              <a:t> помощью метода read() вы можете прочитать содержимое файла в переменную типа строка. Например: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content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Читает содержимое файла в переменную content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Запись в файл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С</a:t>
            </a:r>
            <a:r>
              <a:rPr lang="en-US" sz="2600">
                <a:solidFill>
                  <a:schemeClr val="dk2"/>
                </a:solidFill>
              </a:rPr>
              <a:t> помощью метода write() вы можете записать данные в файл. Например: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write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'Новые данные'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Записывает строку 'Новые данные' в файл</a:t>
            </a:r>
            <a:endParaRPr i="1" sz="26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Закрытие файла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31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С</a:t>
            </a:r>
            <a:r>
              <a:rPr lang="en-US" sz="2600">
                <a:solidFill>
                  <a:schemeClr val="dk2"/>
                </a:solidFill>
              </a:rPr>
              <a:t> помощью метода `close()` можно закрыть файл после завершения работы с ним. Например: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Конструкция with open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9" name="Google Shape;299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32"/>
          <p:cNvSpPr txBox="1"/>
          <p:nvPr>
            <p:ph idx="1" type="body"/>
          </p:nvPr>
        </p:nvSpPr>
        <p:spPr>
          <a:xfrm>
            <a:off x="224225" y="1975925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'example.txt'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n-US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content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content</a:t>
            </a: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Параметры открытия файлов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33"/>
          <p:cNvSpPr txBox="1"/>
          <p:nvPr>
            <p:ph idx="1" type="body"/>
          </p:nvPr>
        </p:nvSpPr>
        <p:spPr>
          <a:xfrm>
            <a:off x="184575" y="1711150"/>
            <a:ext cx="11905500" cy="4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Параметр, переданный функции open(), определяет режим открытия файла.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r (read) - Режим чтения (по умолчанию). Можно прочитать содержимое файла и сохранить в переменную. Если файл не существует, возникает ошибка.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w (write) - Режим записи. Файл открывается для записи. Если файл уже существует, его содержимое будет удалено. Если файл не существует, он будет создан.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a (append) - Режим добавления. Файл открывается для записи, но данные добавляются в конец файла, а не перезаписывают его.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Параметры открытия файлов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5" name="Google Shape;315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p34"/>
          <p:cNvSpPr txBox="1"/>
          <p:nvPr>
            <p:ph idx="1" type="body"/>
          </p:nvPr>
        </p:nvSpPr>
        <p:spPr>
          <a:xfrm>
            <a:off x="184575" y="1711150"/>
            <a:ext cx="11905500" cy="4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‘b’ (binary) - Для работы с файлами в двоичном режиме. Например, 'rb' для чтения двоичного файла, 'wb' для записи двоичного файла.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‘+’ - Режим, который позволяет открывать файл как для чтения, так и для записи.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‘a+’ - Открывает файл для чтения и записи, и создает файл, если он не существует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‘w+’ - Открывает файл для чтения и записи, перезаписывая существующий файл с таким именем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Методы чтения файлов read()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3" name="Google Shape;323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35"/>
          <p:cNvSpPr txBox="1"/>
          <p:nvPr>
            <p:ph idx="1" type="body"/>
          </p:nvPr>
        </p:nvSpPr>
        <p:spPr>
          <a:xfrm>
            <a:off x="184575" y="1711150"/>
            <a:ext cx="11905500" cy="4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Метод read() читает весь файл или указанное количество символов (если передан аргумент). Если не передавать аргумент, он читает весь файл целиком.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'file.txt'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'r'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Чтение всего файла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'file.txt'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'r'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Чтение 10 символов</a:t>
            </a:r>
            <a:endParaRPr i="1" sz="26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Методы чтения файлов readline()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1" name="Google Shape;331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36"/>
          <p:cNvSpPr txBox="1"/>
          <p:nvPr>
            <p:ph idx="1" type="body"/>
          </p:nvPr>
        </p:nvSpPr>
        <p:spPr>
          <a:xfrm>
            <a:off x="184575" y="1711150"/>
            <a:ext cx="11905500" cy="4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Метод readline() читает одну строку из файла. При каждом вызове он переходит к следующей строке.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'file.txt'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'r'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line1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Чтение первой строки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line2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Чтение второй строки</a:t>
            </a:r>
            <a:endParaRPr i="1" sz="26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Методы чтения файлов readlines()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9" name="Google Shape;339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37"/>
          <p:cNvSpPr txBox="1"/>
          <p:nvPr>
            <p:ph idx="1" type="body"/>
          </p:nvPr>
        </p:nvSpPr>
        <p:spPr>
          <a:xfrm>
            <a:off x="184575" y="1711150"/>
            <a:ext cx="11905500" cy="4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Метод readlines() читает все строки из файла и возвращает их в виде списка.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'file.txt'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'r'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lines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readlines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 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6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Чтение всех строк файла в виде списка</a:t>
            </a:r>
            <a:endParaRPr i="1" sz="26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Перебор строк файла в цикле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7" name="Google Shape;347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38"/>
          <p:cNvSpPr txBox="1"/>
          <p:nvPr>
            <p:ph idx="1" type="body"/>
          </p:nvPr>
        </p:nvSpPr>
        <p:spPr>
          <a:xfrm>
            <a:off x="184575" y="1711150"/>
            <a:ext cx="11905500" cy="4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Файл можно итерировать по строкам без явного вызова метода. Это удобно, когда вы хотите обработать каждую строку поочередно.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'file.txt'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'r'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line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line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Запись в файл. Метод write()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5" name="Google Shape;355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39"/>
          <p:cNvSpPr txBox="1"/>
          <p:nvPr>
            <p:ph idx="1" type="body"/>
          </p:nvPr>
        </p:nvSpPr>
        <p:spPr>
          <a:xfrm>
            <a:off x="184575" y="1711150"/>
            <a:ext cx="11905500" cy="4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Этот метод используется для записи текстовых данных в файл. Если файл не существует, он будет создан. Если файл существует и вы используете режим 'w', его содержимое будет перезаписано.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'example.txt'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'w'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write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"Привет, мир!\n"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write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"Это пример записи в файл."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Запись в файл. Метод </a:t>
            </a:r>
            <a:r>
              <a:rPr lang="en-US">
                <a:solidFill>
                  <a:schemeClr val="dk2"/>
                </a:solidFill>
              </a:rPr>
              <a:t>writelines()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63" name="Google Shape;363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40"/>
          <p:cNvSpPr txBox="1"/>
          <p:nvPr>
            <p:ph idx="1" type="body"/>
          </p:nvPr>
        </p:nvSpPr>
        <p:spPr>
          <a:xfrm>
            <a:off x="184575" y="1711150"/>
            <a:ext cx="11905500" cy="4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Этот метод позволяет записать список строк в файл. Он не добавляет автоматически символы новой строки между строками.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lines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[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"Строка 1\n"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"Строка 2\n"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"Строка 3\n"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'example.txt'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'w'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writelines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lines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 txBox="1"/>
          <p:nvPr>
            <p:ph type="title"/>
          </p:nvPr>
        </p:nvSpPr>
        <p:spPr>
          <a:xfrm>
            <a:off x="2925275" y="136525"/>
            <a:ext cx="8889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print() с перенаправлением в файл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1" name="Google Shape;371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41"/>
          <p:cNvSpPr txBox="1"/>
          <p:nvPr>
            <p:ph idx="1" type="body"/>
          </p:nvPr>
        </p:nvSpPr>
        <p:spPr>
          <a:xfrm>
            <a:off x="184575" y="1711150"/>
            <a:ext cx="11905500" cy="4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Вы можете использовать print() для вывода данных в файл, указав файловый объект с помощью параметра file. Этот способ удобен для вывода форматированных данных.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'example.txt'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'w'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"Hello, world!"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