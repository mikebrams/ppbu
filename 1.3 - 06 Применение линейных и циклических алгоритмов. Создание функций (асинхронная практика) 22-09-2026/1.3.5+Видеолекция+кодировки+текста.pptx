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a1640679e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a164067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a1640679e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a1640679e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a1640679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a1640679e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a1640679e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a164067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a1640679e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a1640679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a16406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a1640679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a1640679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a164067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a1640679e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Кодировка текста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Кодировка файла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способ представления текстовых данных в виде последовательности байтов. Текстовые файлы состоят из символов, и каждый символ должен быть закодирован определенным набором битов. Разные кодировки используют разные методы для преобразования символов в байты и обратно.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Кодировка файла UTF-8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</a:t>
            </a:r>
            <a:r>
              <a:rPr lang="en-US" sz="3000">
                <a:solidFill>
                  <a:schemeClr val="dk2"/>
                </a:solidFill>
              </a:rPr>
              <a:t>кодировка </a:t>
            </a:r>
            <a:r>
              <a:rPr lang="en-US" sz="3000">
                <a:solidFill>
                  <a:schemeClr val="dk2"/>
                </a:solidFill>
              </a:rPr>
              <a:t>широко используемая в интернете, которая поддерживает множество символов из разных языков, включая кириллицу, латиницу, символы китайского, японского и многих других языков, а также различные специальные символы.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UTF-8 кодирует все символы Unicode, она совместима с кодировкой ASCII.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Кодировка файла </a:t>
            </a:r>
            <a:r>
              <a:rPr lang="en-US">
                <a:solidFill>
                  <a:schemeClr val="dk2"/>
                </a:solidFill>
              </a:rPr>
              <a:t>Windows-1251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Это кодировка, разработанная и используемая в операционных системах Microsoft Windows для представления кириллических символов. Она широко используется в системах, работающих на Windows, особенно для поддержки русского языка.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Отличия UTF-8 от Windows-1251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UTF-8 использует от 1 до 4 байтов на символ и поддерживает огромное количество символов (весь Unicode), в то время как Windows-1251 использует ровно 1 байт на символ и меньше символов.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UTF-8 поддерживает символы всех известных </a:t>
            </a:r>
            <a:r>
              <a:rPr lang="en-US" sz="3000">
                <a:solidFill>
                  <a:schemeClr val="dk2"/>
                </a:solidFill>
              </a:rPr>
              <a:t>языков</a:t>
            </a:r>
            <a:r>
              <a:rPr lang="en-US" sz="3000">
                <a:solidFill>
                  <a:schemeClr val="dk2"/>
                </a:solidFill>
              </a:rPr>
              <a:t>, в то время как Windows-1251 ориентирована на кириллические символы.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UTF-8 совместима с ASCII и является стандартом для интернета, в то время как Windows-1251 используется только в ОС Windows.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Кириллица в UTF-8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300" y="1565987"/>
            <a:ext cx="8509400" cy="44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Кириллица в </a:t>
            </a:r>
            <a:r>
              <a:rPr lang="en-US">
                <a:solidFill>
                  <a:schemeClr val="dk2"/>
                </a:solidFill>
              </a:rPr>
              <a:t>Windows-1251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30"/>
          <p:cNvPicPr preferRelativeResize="0"/>
          <p:nvPr/>
        </p:nvPicPr>
        <p:blipFill rotWithShape="1">
          <a:blip r:embed="rId3">
            <a:alphaModFix/>
          </a:blip>
          <a:srcRect b="0" l="5482" r="0" t="9305"/>
          <a:stretch/>
        </p:blipFill>
        <p:spPr>
          <a:xfrm>
            <a:off x="1375175" y="1821650"/>
            <a:ext cx="7966151" cy="42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