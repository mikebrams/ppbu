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4A8886-1D0A-46B1-B5A5-8F54E9526C9C}">
  <a:tblStyle styleId="{804A8886-1D0A-46B1-B5A5-8F54E9526C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ill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ill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9d1a30fc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39d1a30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39d1a30f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86d393819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a86d39381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86d393819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86d393819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a86d39381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86d393819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86d393819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a86d39381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86d393819_0_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425927ac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a425927a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425927ac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609219985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a60921998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a609219985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86d393819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a86d39381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a86d393819_0_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86d393bca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a86d393b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2a86d393bca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a3d54f739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a3d54f73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a3d54f739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Знакомство с кодами ASCII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ASCII (Американский стандартный код для обмена информацией)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284500" y="1876275"/>
            <a:ext cx="9096000" cy="476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Э</a:t>
            </a:r>
            <a:r>
              <a:rPr lang="en-US"/>
              <a:t>то стандарт кодировки символов, используемый для представления букв, цифр, знаков пунктуации, а также управляющих кодов, таких как перевод строки, табуляция и т.п.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Он был разработан в 1960-х годах и до сих пор широко используется в компьютерах.</a:t>
            </a:r>
            <a:endParaRPr/>
          </a:p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ASCII</a:t>
            </a:r>
            <a:endParaRPr/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284500" y="1876275"/>
            <a:ext cx="9096000" cy="476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ASCII представляет собой 7-битный код, что означает, что он может представлять 128 различных символов (от 0 до 127).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Существует также расширенная версия ASCII, которая использует 8 бит и может представлять 256 различных символов.</a:t>
            </a:r>
            <a:endParaRPr/>
          </a:p>
        </p:txBody>
      </p:sp>
      <p:sp>
        <p:nvSpPr>
          <p:cNvPr id="252" name="Google Shape;252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ASCII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284500" y="1876275"/>
            <a:ext cx="9096000" cy="476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/>
              <a:t>Управляющие символы (0–31 и 127) не представляют печатаемых символов, но используются для управления устройствами. Например, код 10 представляет перевод строки, а 9 — это табуляция.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Печатаемые символы (32–126) включают буквы алфавита (A-Z, a-z), цифры (0-9), знаки пунктуации и некоторые другие спецсимволы.</a:t>
            </a:r>
            <a:endParaRPr/>
          </a:p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Юникод</a:t>
            </a:r>
            <a:endParaRPr/>
          </a:p>
        </p:txBody>
      </p:sp>
      <p:sp>
        <p:nvSpPr>
          <p:cNvPr id="267" name="Google Shape;267;p28"/>
          <p:cNvSpPr txBox="1"/>
          <p:nvPr>
            <p:ph idx="1" type="body"/>
          </p:nvPr>
        </p:nvSpPr>
        <p:spPr>
          <a:xfrm>
            <a:off x="284500" y="1876275"/>
            <a:ext cx="9096000" cy="476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Одним из основных ограничений ASCII является его способность представлять только символы английского языка.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Для других языков и символов </a:t>
            </a:r>
            <a:r>
              <a:rPr lang="en-US"/>
              <a:t>используется</a:t>
            </a:r>
            <a:r>
              <a:rPr lang="en-US"/>
              <a:t> Юникод.</a:t>
            </a:r>
            <a:endParaRPr/>
          </a:p>
        </p:txBody>
      </p:sp>
      <p:sp>
        <p:nvSpPr>
          <p:cNvPr id="268" name="Google Shape;268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Функция chr() </a:t>
            </a:r>
            <a:endParaRPr/>
          </a:p>
        </p:txBody>
      </p:sp>
      <p:sp>
        <p:nvSpPr>
          <p:cNvPr id="275" name="Google Shape;275;p29"/>
          <p:cNvSpPr txBox="1"/>
          <p:nvPr>
            <p:ph idx="1" type="body"/>
          </p:nvPr>
        </p:nvSpPr>
        <p:spPr>
          <a:xfrm>
            <a:off x="394150" y="1893350"/>
            <a:ext cx="87990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Функция chr() в Python используется для преобразования целого числа в символ, соответствующий этому числу в кодировке ASCII.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Аргумент — это целое число, представляющее код символа. 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6" name="Google Shape;276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5" y="136525"/>
            <a:ext cx="91782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Получение символа по его коду</a:t>
            </a:r>
            <a:endParaRPr/>
          </a:p>
        </p:txBody>
      </p:sp>
      <p:sp>
        <p:nvSpPr>
          <p:cNvPr id="283" name="Google Shape;283;p30"/>
          <p:cNvSpPr txBox="1"/>
          <p:nvPr>
            <p:ph idx="1" type="body"/>
          </p:nvPr>
        </p:nvSpPr>
        <p:spPr>
          <a:xfrm>
            <a:off x="619225" y="2110125"/>
            <a:ext cx="92538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latin typeface="Courier New"/>
                <a:ea typeface="Courier New"/>
                <a:cs typeface="Courier New"/>
                <a:sym typeface="Courier New"/>
              </a:rPr>
              <a:t>print(chr(65))  # Вывод: 'A'</a:t>
            </a:r>
            <a:endParaRPr sz="4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4" name="Google Shape;284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Функция ord()</a:t>
            </a:r>
            <a:endParaRPr/>
          </a:p>
        </p:txBody>
      </p:sp>
      <p:sp>
        <p:nvSpPr>
          <p:cNvPr id="291" name="Google Shape;291;p31"/>
          <p:cNvSpPr txBox="1"/>
          <p:nvPr>
            <p:ph idx="1" type="body"/>
          </p:nvPr>
        </p:nvSpPr>
        <p:spPr>
          <a:xfrm>
            <a:off x="501300" y="1814525"/>
            <a:ext cx="94014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Функция ord() является обратной к chr().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Она принимает символ и возвращает его код. Например, ord('A') возвращает 65.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Таблица кодов ASCII</a:t>
            </a:r>
            <a:endParaRPr/>
          </a:p>
        </p:txBody>
      </p:sp>
      <p:sp>
        <p:nvSpPr>
          <p:cNvPr id="299" name="Google Shape;299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0" name="Google Shape;3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50" y="1714863"/>
            <a:ext cx="8849574" cy="41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314" name="Google Shape;314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5" name="Google Shape;315;p34"/>
          <p:cNvGraphicFramePr/>
          <p:nvPr/>
        </p:nvGraphicFramePr>
        <p:xfrm>
          <a:off x="3352325" y="15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{804A8886-1D0A-46B1-B5A5-8F54E9526C9C}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дом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ввод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ошибка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значение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новый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поделиться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copy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копировать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folder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папка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