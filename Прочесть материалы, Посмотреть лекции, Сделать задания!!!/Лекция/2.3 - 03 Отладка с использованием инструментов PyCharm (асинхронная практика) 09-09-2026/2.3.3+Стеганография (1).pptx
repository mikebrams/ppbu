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Gill Sans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Gill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cd95c5fa3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cd95c5f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Лямбда-функция определяется с помощью ключевого слова 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arguments — это список аргументов (как в обычной функции), а expression — выражение, которое возвращает лямбда-функция.</a:t>
            </a:r>
            <a:endParaRPr/>
          </a:p>
        </p:txBody>
      </p:sp>
      <p:sp>
        <p:nvSpPr>
          <p:cNvPr id="240" name="Google Shape;240;g2acd95c5fa3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Стеганография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Стеганография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4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Это способ скрытия информации внутри другого носителя, такого как изображение, аудиофайл или видео. Когда речь идет о стеганографии с использованием изображений, основная идея заключается в том, чтобы внедрить скрытый текст внутрь цифрового изображения таким образом, чтобы на первый взгляд изменения были незаметны.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