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39d1a30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aded19da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aded19d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g2aaded19da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aded19da4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aded19d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https://docplace.ru/gost19/</a:t>
            </a:r>
            <a:endParaRPr/>
          </a:p>
        </p:txBody>
      </p:sp>
      <p:sp>
        <p:nvSpPr>
          <p:cNvPr id="256" name="Google Shape;256;g2aaded19da4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aded19da4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aded19da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https://docplace.ru/gost19/</a:t>
            </a:r>
            <a:endParaRPr/>
          </a:p>
        </p:txBody>
      </p:sp>
      <p:sp>
        <p:nvSpPr>
          <p:cNvPr id="264" name="Google Shape;264;g2aaded19da4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ГОСТ 19 ЕСПД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ЕСПД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Единая система программной документации (ЕСПД) — это стандарт, разработанный для унификации процесса разработки и документирования программного обеспечения.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Он был создан для того, чтобы обеспечить единообразие оформления документации, связанной с разработкой программного обеспечения, и облегчить взаимодействие между разработчиками и заказчиками.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ГОСТ 19 серии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19.101-77 Виды программ и программных документов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19.102-77 Стадии разработки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19.103-77 Обозначение программ и документов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19.104-78 Основные надписи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19.105-78 Общие требования к программным документам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19.106-78 Описание программ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19.201-78 Техническое задание.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ГОСТ 19.301-79 Программа и методика испытаний.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19.401-78 Текст программы.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ГОСТ 19 серии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19.501-78 Формуляр.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19.502-78 Описание применения.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19.503-79 Руководство системного программиста.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19.504-79 Руководство программиста.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19.505-79 Руководство оператора.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19.506-78 Руководство по техническому обслуживанию. Требования к содержанию и оформлению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ГОСТ 19.701-90 Схемы алгоритмов, программ, данных и систем. Условные обозначения и правила выполнения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Телефонный справочник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975" y="2041900"/>
            <a:ext cx="5889075" cy="341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