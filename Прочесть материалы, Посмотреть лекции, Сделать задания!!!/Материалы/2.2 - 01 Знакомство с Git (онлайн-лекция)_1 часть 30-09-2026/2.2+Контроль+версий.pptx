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Gill San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illSans-bold.fntdata"/><Relationship Id="rId16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e1b1a72b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e1b1a72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ae1b1a72b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e1b1a72b5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e1b1a72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e1b1a72b5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e1b1a72b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e1b1a72b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2ae1b1a72b5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e1b1a72b5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e1b1a72b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ae1b1a72b5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e1b1a72b5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e1b1a72b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ae1b1a72b5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e1b1a72b5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2ae1b1a72b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ae1b1a72b5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e1b1a72b5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2ae1b1a72b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2ae1b1a72b5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Контроль версий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Контроль версий вручную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3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Простейший способ контроля версий — создание проекта под новым именем.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Proba_01.py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Proba_02.py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</a:rPr>
              <a:t>Proba_03.py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Контроль версий на Google Disk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3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Второй </a:t>
            </a:r>
            <a:r>
              <a:rPr lang="en-US" sz="3000">
                <a:solidFill>
                  <a:srgbClr val="000000"/>
                </a:solidFill>
              </a:rPr>
              <a:t>способ контроля версий вручную — копирование кода проекта в документ на Google Disk. Там можно вернуться к предыдущей версии документа и посмотреть что было изменено.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Контроль версий на Google Disk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0" name="Google Shape;2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50" y="1923625"/>
            <a:ext cx="86010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Контроль версий на Google Disk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150" y="1450675"/>
            <a:ext cx="5050073" cy="47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Контроль версий на GitHub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184575" y="1711150"/>
            <a:ext cx="11905500" cy="3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GitHub — это веб-платформа для совместной разработки программного обеспечения, и одной из её ключевых функций является система управления версиями, известная как Git.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Git — это система управления версиями, разработанная Линусом Торвальдсом. Git позволяет разработчикам отслеживать изменения в исходном коде, создавать ветви и др.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Репозиторий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184575" y="1711150"/>
            <a:ext cx="11905500" cy="3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Вся работа на GitHub начинается с создания репозитория. 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Репозиторий — это хранилище для вашего проекта, где вы можете хранить, управлять и отслеживать версии вашего кода.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Репозиторий может быть локальным — расположенным на вашем компьютере, а также облачным — расположенным на сайте </a:t>
            </a:r>
            <a:r>
              <a:rPr lang="en-US" sz="3000">
                <a:solidFill>
                  <a:schemeClr val="dk1"/>
                </a:solidFill>
              </a:rPr>
              <a:t>GitHub.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Коммит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184575" y="1711150"/>
            <a:ext cx="11905500" cy="3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Коммиты представляют собой снимки состояния вашего проекта в определенный момент времени с комментариями. 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Вы можете создавать коммиты, чтобы сохранять изменения, которые вы вносите в код с обязательным комментарием.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Пуш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184575" y="1711150"/>
            <a:ext cx="11905500" cy="3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Это действие, при котором вы отправляете (загружаете) локальные изменения вашего кода из вашей локальной копии репозитория на GitHub. 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Это позволяет синхронизировать изменения, внесенные в вашей локальной версии проекта, с удаленным репозиторием на GitHub, делая их доступными другим участникам проекта.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