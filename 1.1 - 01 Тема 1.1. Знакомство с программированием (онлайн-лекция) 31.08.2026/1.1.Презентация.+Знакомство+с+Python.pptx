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Gill San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0AF604-DFFA-4530-AA7C-4B52BD4968FF}">
  <a:tblStyle styleId="{320AF604-DFFA-4530-AA7C-4B52BD4968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Gill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8a5c8b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8a5c8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8a5c8b6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3d54f7398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3d54f73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3d54f7398_0_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39d1a30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39d1a3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39d1a30f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395b176b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2a395b176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a395b176bd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ed1f232be6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ed1f232be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1ed1f232be6_0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ed1f232be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ed1f232be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1ed1f232be6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d1f232be6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ed1f232b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1ed1f232be6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d1f232be6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ed1f232be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1ed1f232be6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ed1f232be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1ed1f232be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1ed1f232be6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Знакомство с Python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Программирование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481025" y="1798550"/>
            <a:ext cx="80865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Программирование — это процесс создания набора инструкций, которые компьютер может понять и выполнить.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Оно включает в себя написание кода с использованием языка программирования для выполнения компьютером определенных действий.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Программирование позволяет создавать программы, приложения и системы, автоматизировать процессы и разрабатывать новые технологии.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Python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481025" y="1924875"/>
            <a:ext cx="77175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Python читается как ПАЙТОН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Простой в изучении, имеет чистый и понятный синтаксис.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-US"/>
              <a:t>Использование: Широко применяется в веб-разработке, научных вычислениях, анализе данных и автоматизации.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Программа на Python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80500" y="2098125"/>
            <a:ext cx="83025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/>
              <a:t>Программа на С++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std::cout &lt;&lt; "Hello, world!" &lt;&lt; std::endl;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5624325" y="1081375"/>
            <a:ext cx="557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ED9E5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print("Hello, world!")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Сравнение языков</a:t>
            </a:r>
            <a:endParaRPr/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481025" y="2060850"/>
            <a:ext cx="11279100" cy="456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console.log("Hello, world!");  </a:t>
            </a:r>
            <a:r>
              <a:rPr b="1" lang="en-US" sz="4400"/>
              <a:t>JavaScript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&lt;?php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echo "Hello, world!";        </a:t>
            </a:r>
            <a:r>
              <a:rPr b="1" lang="en-US" sz="4400"/>
              <a:t>PHP</a:t>
            </a:r>
            <a:endParaRPr b="1" sz="4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?&gt;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print("Hello, world!")       </a:t>
            </a:r>
            <a:r>
              <a:rPr b="1" lang="en-US" sz="4400"/>
              <a:t>Swift</a:t>
            </a:r>
            <a:endParaRPr b="1" sz="4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Интерпретатор</a:t>
            </a:r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838200" y="2060850"/>
            <a:ext cx="7020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Интерпретатор превращает в машинный код не всю программу сразу, а построчно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Программы на Python часто запускают с помощью интерпретатора.</a:t>
            </a:r>
            <a:endParaRPr/>
          </a:p>
        </p:txBody>
      </p:sp>
      <p:sp>
        <p:nvSpPr>
          <p:cNvPr id="277" name="Google Shape;277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История Python</a:t>
            </a:r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291425" y="1614025"/>
            <a:ext cx="8781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010"/>
              <a:t>Язык программирования Python был создан в конце 1980-х и начале 1990-х годов Гвидо ван Россумом, нидерландским программистом. История его создания началась в декабре 1989 года, когда Гвидо ван Россум начал работать над новым языком программирования. Название "Python" происходит от уважения к комедийному шоу BBC под названием "Monty Python's Flying Circus".</a:t>
            </a:r>
            <a:endParaRPr sz="201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010"/>
              <a:t>Ван Россум стремился создать язык, который был бы простым в изучении и чтении кода, одновременно обладал мощными возможностями для решения задач. Он хотел создать язык, который был бы эффективным как для профессиональных разработчиков, так и для новичков в программировании.</a:t>
            </a:r>
            <a:endParaRPr sz="201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010"/>
              <a:t>Python вышел из первоначальной версии в феврале 1991 года. С тех пор он претерпел множество изменений и улучшений, став одним из самых популярных и востребованных языков программирования благодаря своей простоте, читаемости кода и разнообразным возможностям применения.</a:t>
            </a:r>
            <a:endParaRPr sz="201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2210"/>
          </a:p>
        </p:txBody>
      </p:sp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400" y="1557350"/>
            <a:ext cx="1858425" cy="23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Применение </a:t>
            </a:r>
            <a:r>
              <a:rPr lang="en-US"/>
              <a:t>Python</a:t>
            </a:r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291425" y="1614025"/>
            <a:ext cx="8781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Анализ данных: Python используется для анализа больших объемов данных, создания статистических моделей, визуализации данных и машинного обучения.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Разработка веб-приложений: С помощью фреймворков, таких как Django и Flask, Python используется для создания веб-приложений, включая сайты, веб-сервисы и RESTful API.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Автоматизация задач: Python позволяет создавать скрипты для автоматизации рутиных задач, обработки файлов, управления данными и процессами.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Искусственный интеллект и машинное обучение: Python широко применяется в области искусственного интеллекта и машинного обучения для создания моделей, обучения и анализа данных.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2210"/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Применение Python</a:t>
            </a:r>
            <a:endParaRPr/>
          </a:p>
        </p:txBody>
      </p:sp>
      <p:sp>
        <p:nvSpPr>
          <p:cNvPr id="301" name="Google Shape;301;p32"/>
          <p:cNvSpPr txBox="1"/>
          <p:nvPr>
            <p:ph idx="1" type="body"/>
          </p:nvPr>
        </p:nvSpPr>
        <p:spPr>
          <a:xfrm>
            <a:off x="291425" y="1614025"/>
            <a:ext cx="8781300" cy="479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Научные и инженерные расчеты: Python используется для численных вычислений, моделирования, решения уравнений и создания графиков.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Разработка игр: С помощью библиотек, таких как Pygame, Python используется для создания игр и развлекательного программного обеспечения.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Обработка текста и регулярные выражения: Python может помочь в обработке и анализе текстовых данных с использованием мощных инструментов для работы с регулярными выражениями.</a:t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22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10"/>
              <a:t>Скриптинг и администрирование: Python может быть использован для написания скриптов для автоматизации системного администрирования, управления серверами и сетевыми устройствами.</a:t>
            </a:r>
            <a:endParaRPr sz="2210"/>
          </a:p>
        </p:txBody>
      </p:sp>
      <p:sp>
        <p:nvSpPr>
          <p:cNvPr id="302" name="Google Shape;302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Кто использует  </a:t>
            </a:r>
            <a:r>
              <a:rPr lang="en-US"/>
              <a:t>Python</a:t>
            </a:r>
            <a:endParaRPr/>
          </a:p>
        </p:txBody>
      </p:sp>
      <p:sp>
        <p:nvSpPr>
          <p:cNvPr id="309" name="Google Shape;309;p33"/>
          <p:cNvSpPr txBox="1"/>
          <p:nvPr>
            <p:ph idx="1" type="body"/>
          </p:nvPr>
        </p:nvSpPr>
        <p:spPr>
          <a:xfrm>
            <a:off x="291425" y="1614025"/>
            <a:ext cx="8781300" cy="479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Data Scientist / Аналитик данных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Разработчик веб-приложений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Инженер машинного обучения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Инженер по автоматизации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Системный администратор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Разработчик игр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Инженер по тестированию программного обеспечения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Исследователь / Ученый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Разработчик искусственного интеллекта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610"/>
              <a:t>- Финансовый аналитик</a:t>
            </a:r>
            <a:endParaRPr sz="261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210"/>
          </a:p>
        </p:txBody>
      </p:sp>
      <p:sp>
        <p:nvSpPr>
          <p:cNvPr id="310" name="Google Shape;310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17" name="Google Shape;31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24" name="Google Shape;324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5" name="Google Shape;325;p35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{320AF604-DFFA-4530-AA7C-4B52BD4968FF}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codim.online</a:t>
            </a:r>
            <a:endParaRPr/>
          </a:p>
        </p:txBody>
      </p:sp>
      <p:sp>
        <p:nvSpPr>
          <p:cNvPr id="332" name="Google Shape;332;p36"/>
          <p:cNvSpPr txBox="1"/>
          <p:nvPr>
            <p:ph idx="1" type="body"/>
          </p:nvPr>
        </p:nvSpPr>
        <p:spPr>
          <a:xfrm>
            <a:off x="257600" y="1808275"/>
            <a:ext cx="89025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Курс программирования на Python в мире Minecraft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(глубокое погружение в работу функций и многомерных массивов)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Курс программирования на Python и создания игр с помощью библиотеки Pygame</a:t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(глубокое погружение в работу функций и алгоритмы)</a:t>
            </a:r>
            <a:endParaRPr sz="2400"/>
          </a:p>
        </p:txBody>
      </p:sp>
      <p:sp>
        <p:nvSpPr>
          <p:cNvPr id="333" name="Google Shape;33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