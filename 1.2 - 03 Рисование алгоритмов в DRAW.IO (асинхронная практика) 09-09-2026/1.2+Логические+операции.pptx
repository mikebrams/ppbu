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1C8F50-99C1-4DA5-AA25-9D1A5A859BA9}">
  <a:tblStyle styleId="{631C8F50-99C1-4DA5-AA25-9D1A5A859B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667022f8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667022f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667022f83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Логические операции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Логические операции 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138800" y="1559700"/>
            <a:ext cx="8933700" cy="51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Логические операции в Python позволяют комбинировать условия для получения более сложных логических выражений.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Основные логические операторы в Python - это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en-US"/>
              <a:t>and, or, not.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en-US"/>
              <a:t>and</a:t>
            </a:r>
            <a:r>
              <a:rPr lang="en-US"/>
              <a:t>: Возвращает True, если оба условия истинны.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en-US"/>
              <a:t>or</a:t>
            </a:r>
            <a:r>
              <a:rPr lang="en-US"/>
              <a:t>: Возвращает True, если хотя бы одно из условий истинно.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1" lang="en-US"/>
              <a:t>not</a:t>
            </a:r>
            <a:r>
              <a:rPr lang="en-US"/>
              <a:t>: Инвертирует значение условия.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Логические операции 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138875" y="1557350"/>
            <a:ext cx="8933700" cy="511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x = 5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y = 10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# Логический оператор "и" (and)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if x &gt; 0 and y &gt; 0: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    print("Оба числа положительные.")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# Логический оператор "или" (or)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if x == 5 or y == 5: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    print("Одно из чисел равно 5.")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# Логический оператор "не" (not)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if not x &lt; 0: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340">
                <a:latin typeface="Courier New"/>
                <a:ea typeface="Courier New"/>
                <a:cs typeface="Courier New"/>
                <a:sym typeface="Courier New"/>
              </a:rPr>
              <a:t>    print("Число не отрицательное.")</a:t>
            </a:r>
            <a:endParaRPr sz="2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21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214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266" name="Google Shape;266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67" name="Google Shape;267;p28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{631C8F50-99C1-4DA5-AA25-9D1A5A859BA9}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